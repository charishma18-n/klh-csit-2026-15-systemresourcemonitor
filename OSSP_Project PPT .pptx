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4" r:id="rId4"/>
    <p:sldId id="269" r:id="rId5"/>
    <p:sldId id="259" r:id="rId6"/>
    <p:sldId id="272" r:id="rId7"/>
    <p:sldId id="273" r:id="rId8"/>
    <p:sldId id="274" r:id="rId9"/>
    <p:sldId id="266" r:id="rId10"/>
    <p:sldId id="270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EB46A-26D9-4B79-A0BA-94F0685D32D0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0B1D7-2D89-41AD-A35D-8CABD3C8F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75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20A89-1EA5-4B48-949C-8D49FA71E17A}" type="datetime1">
              <a:rPr lang="en-US" smtClean="0"/>
              <a:t>10/31/26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A0E909-4676-4DFF-ACF3-65FD721A0C35}" type="datetime1">
              <a:rPr lang="en-US" smtClean="0"/>
              <a:t>10/31/26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A0D50A7-FC51-45F0-ACE8-52BE692F1158}" type="datetime1">
              <a:rPr lang="en-US" smtClean="0"/>
              <a:t>10/31/26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6EF69A-9B98-48A6-8714-D502F21C59AC}" type="datetime1">
              <a:rPr lang="en-US" smtClean="0"/>
              <a:t>10/31/26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68901D-AE11-453B-BAB5-EBEBF3FD6D52}" type="datetime1">
              <a:rPr lang="en-US" smtClean="0"/>
              <a:t>10/31/26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EFD338-D2AE-4808-B786-CD8FFD22129C}" type="datetime1">
              <a:rPr lang="en-US" smtClean="0"/>
              <a:t>10/31/26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5FCE24-E184-4609-AA44-1D31475DE58F}" type="datetime1">
              <a:rPr lang="en-US" smtClean="0"/>
              <a:t>10/31/26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2F83FF-62C9-4D61-84C4-3D92576553DA}" type="datetime1">
              <a:rPr lang="en-US" smtClean="0"/>
              <a:t>10/31/26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872C22-043C-453D-BC8F-50D3C2C8D791}" type="datetime1">
              <a:rPr lang="en-US" smtClean="0"/>
              <a:t>10/31/26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0F6FA3-7D56-4F82-BC8C-4558DAB8F5A1}" type="datetime1">
              <a:rPr lang="en-US" smtClean="0"/>
              <a:t>10/31/26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66328A-B452-492B-B140-676AC5719AC5}" type="datetime1">
              <a:rPr lang="en-US" smtClean="0"/>
              <a:t>10/31/26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2608" y="2212627"/>
            <a:ext cx="9163372" cy="1048385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Operating system and system programming (25CS2104E)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2800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/>
              <a:t>Linux System Information and Resource Monitoring Tool</a:t>
            </a:r>
            <a:br>
              <a:rPr lang="en-IN" sz="3200" dirty="0"/>
            </a:br>
            <a:endParaRPr lang="en-US" sz="32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40015" y="4846321"/>
            <a:ext cx="5384800" cy="1913890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Team Members:</a:t>
            </a:r>
          </a:p>
          <a:p>
            <a:r>
              <a:rPr lang="en-US" dirty="0">
                <a:solidFill>
                  <a:srgbClr val="002060"/>
                </a:solidFill>
              </a:rPr>
              <a:t>J Pragathi         2520090216</a:t>
            </a:r>
          </a:p>
          <a:p>
            <a:r>
              <a:rPr lang="en-US" dirty="0">
                <a:solidFill>
                  <a:srgbClr val="002060"/>
                </a:solidFill>
              </a:rPr>
              <a:t>N Charishma    2520090214</a:t>
            </a:r>
          </a:p>
          <a:p>
            <a:r>
              <a:rPr lang="en-US" dirty="0">
                <a:solidFill>
                  <a:srgbClr val="002060"/>
                </a:solidFill>
              </a:rPr>
              <a:t>J Rakshitha        2520090212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F78912-86E2-3DFA-A0B9-1E6CB3A9493D}"/>
              </a:ext>
            </a:extLst>
          </p:cNvPr>
          <p:cNvSpPr txBox="1"/>
          <p:nvPr/>
        </p:nvSpPr>
        <p:spPr>
          <a:xfrm>
            <a:off x="167185" y="4846321"/>
            <a:ext cx="439116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2400" kern="100" dirty="0"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/>
            <a:endParaRPr lang="en-US" sz="2200" b="1" dirty="0">
              <a:solidFill>
                <a:schemeClr val="tx1"/>
              </a:solidFill>
            </a:endParaRPr>
          </a:p>
          <a:p>
            <a:pPr algn="ctr"/>
            <a:r>
              <a:rPr lang="en-US" sz="2200" b="1" dirty="0">
                <a:solidFill>
                  <a:schemeClr val="tx1"/>
                </a:solidFill>
              </a:rPr>
              <a:t>Raghupathi M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CSE Department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B79BAB-0195-236A-70B8-3DECB286B2B5}"/>
              </a:ext>
            </a:extLst>
          </p:cNvPr>
          <p:cNvSpPr txBox="1"/>
          <p:nvPr/>
        </p:nvSpPr>
        <p:spPr>
          <a:xfrm>
            <a:off x="3377272" y="3596988"/>
            <a:ext cx="60937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Review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736109" y="806448"/>
            <a:ext cx="6936386" cy="3735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7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7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7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cs typeface="Gautami" panose="020B0502040204020203" pitchFamily="34" charset="0"/>
              </a:rPr>
              <a:t>System Architecture</a:t>
            </a:r>
            <a:endParaRPr lang="en-IN" sz="3200" b="0" i="0" u="none" strike="noStrike" dirty="0">
              <a:effectLst/>
              <a:latin typeface="Arial" panose="020B07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7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endParaRPr lang="en-IN" dirty="0"/>
          </a:p>
        </p:txBody>
      </p:sp>
      <p:sp>
        <p:nvSpPr>
          <p:cNvPr id="8" name="Rectangle: Rounded Corners 7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1029D6-E146-55B7-6FE6-DD167709D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79801-AD4A-4368-9C25-F8FFDCCA9D13}" type="datetime1">
              <a:rPr lang="en-US" smtClean="0"/>
              <a:t>10/31/26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31D3A-8519-E357-DDA9-EAECFBBAE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10/31/26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311EAF-2C26-F9E7-02BD-444841397EAA}"/>
              </a:ext>
            </a:extLst>
          </p:cNvPr>
          <p:cNvSpPr txBox="1"/>
          <p:nvPr/>
        </p:nvSpPr>
        <p:spPr>
          <a:xfrm>
            <a:off x="2660072" y="1536174"/>
            <a:ext cx="790218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IN" sz="2000" b="1" dirty="0"/>
              <a:t>Linux-based tool</a:t>
            </a:r>
            <a:r>
              <a:rPr lang="en-IN" sz="2000" dirty="0"/>
              <a:t> for monitoring system information and resource usage. </a:t>
            </a:r>
          </a:p>
          <a:p>
            <a:pPr lvl="0" algn="just"/>
            <a:r>
              <a:rPr lang="en-IN" sz="2000" dirty="0"/>
              <a:t>Displays </a:t>
            </a:r>
            <a:r>
              <a:rPr lang="en-IN" sz="2000" b="1" dirty="0"/>
              <a:t>CPU, memory, processes, storage, and file-system information</a:t>
            </a:r>
            <a:r>
              <a:rPr lang="en-IN" sz="2000" dirty="0"/>
              <a:t>. </a:t>
            </a:r>
          </a:p>
          <a:p>
            <a:pPr lvl="0" algn="just"/>
            <a:r>
              <a:rPr lang="en-IN" sz="2000" dirty="0"/>
              <a:t>Provides information through a </a:t>
            </a:r>
            <a:r>
              <a:rPr lang="en-IN" sz="2000" b="1" dirty="0"/>
              <a:t>command-line interface (CLI)</a:t>
            </a:r>
            <a:r>
              <a:rPr lang="en-IN" sz="2000" dirty="0"/>
              <a:t>. </a:t>
            </a:r>
          </a:p>
          <a:p>
            <a:pPr lvl="0" algn="just"/>
            <a:r>
              <a:rPr lang="en-IN" sz="2000" dirty="0"/>
              <a:t>Uses </a:t>
            </a:r>
            <a:r>
              <a:rPr lang="en-IN" sz="2000" b="1" dirty="0"/>
              <a:t>C programming, Linux system calls, and POSIX APIs</a:t>
            </a:r>
            <a:r>
              <a:rPr lang="en-IN" sz="2000" dirty="0"/>
              <a:t>. </a:t>
            </a:r>
          </a:p>
          <a:p>
            <a:pPr lvl="0" algn="just"/>
            <a:r>
              <a:rPr lang="en-IN" sz="2000" dirty="0"/>
              <a:t>Demonstrates OS concepts such as </a:t>
            </a:r>
            <a:r>
              <a:rPr lang="en-IN" sz="2000" b="1" dirty="0"/>
              <a:t>process management, IPC, signals, virtual memory, file I/O, threads, and synchronization</a:t>
            </a:r>
            <a:r>
              <a:rPr lang="en-IN" sz="2000" dirty="0"/>
              <a:t>. </a:t>
            </a:r>
          </a:p>
          <a:p>
            <a:pPr lvl="0" algn="just"/>
            <a:r>
              <a:rPr lang="en-IN" sz="2000" dirty="0"/>
              <a:t>Uses </a:t>
            </a:r>
            <a:r>
              <a:rPr lang="en-IN" sz="2000" b="1" dirty="0"/>
              <a:t>pipes/FIFOs, mutexes, and semaphores</a:t>
            </a:r>
            <a:r>
              <a:rPr lang="en-IN" sz="2000" dirty="0"/>
              <a:t> for communication and synchronization. </a:t>
            </a:r>
          </a:p>
          <a:p>
            <a:pPr lvl="0" algn="just"/>
            <a:r>
              <a:rPr lang="en-IN" sz="2000" dirty="0"/>
              <a:t>Follows a </a:t>
            </a:r>
            <a:r>
              <a:rPr lang="en-IN" sz="2000" b="1" dirty="0"/>
              <a:t>modular design</a:t>
            </a:r>
            <a:r>
              <a:rPr lang="en-IN" sz="2000" dirty="0"/>
              <a:t>, allowing different monitoring functions to work independently. </a:t>
            </a:r>
          </a:p>
          <a:p>
            <a:pPr lvl="0" algn="just"/>
            <a:r>
              <a:rPr lang="en-IN" sz="2000" dirty="0"/>
              <a:t>Provides a practical way to </a:t>
            </a:r>
            <a:r>
              <a:rPr lang="en-IN" sz="2000" b="1" dirty="0"/>
              <a:t>observe system activity and </a:t>
            </a:r>
            <a:r>
              <a:rPr lang="en-IN" sz="2000" b="1" dirty="0" err="1"/>
              <a:t>analyze</a:t>
            </a:r>
            <a:r>
              <a:rPr lang="en-IN" sz="2000" b="1" dirty="0"/>
              <a:t> resource performance</a:t>
            </a:r>
            <a:r>
              <a:rPr lang="en-IN" sz="2000" dirty="0"/>
              <a:t>. </a:t>
            </a:r>
          </a:p>
          <a:p>
            <a:pPr lvl="0" algn="just"/>
            <a:r>
              <a:rPr lang="en-IN" sz="2000" dirty="0"/>
              <a:t>Helps gain hands-on understanding of </a:t>
            </a:r>
            <a:r>
              <a:rPr lang="en-IN" sz="2000" b="1" dirty="0"/>
              <a:t>Linux Operating Systems and Systems Programming</a:t>
            </a:r>
            <a:r>
              <a:rPr lang="en-IN" sz="2000" dirty="0"/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E3377-AD48-C317-56EF-BB6DEA41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E7DFF9B-AF13-3CBC-C2B1-8156A6C27ADB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2E30A3-627A-0C0D-8E68-FFD84EF51DAA}"/>
              </a:ext>
            </a:extLst>
          </p:cNvPr>
          <p:cNvSpPr txBox="1"/>
          <p:nvPr/>
        </p:nvSpPr>
        <p:spPr>
          <a:xfrm>
            <a:off x="2660072" y="221673"/>
            <a:ext cx="6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559BE-24A9-DD17-5994-3CA09176D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10/31/26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CD269-83F2-F4C5-3099-E35078586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649C31-6933-B72A-3C14-38871D95F419}"/>
              </a:ext>
            </a:extLst>
          </p:cNvPr>
          <p:cNvSpPr txBox="1"/>
          <p:nvPr/>
        </p:nvSpPr>
        <p:spPr>
          <a:xfrm>
            <a:off x="2660072" y="1344660"/>
            <a:ext cx="918047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Linux systems continuously manage resources such as </a:t>
            </a:r>
            <a:r>
              <a:rPr lang="en-IN" sz="2000" b="1" dirty="0"/>
              <a:t>CPU, memory, processes, storage, and file systems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Monitoring these resources helps in understanding </a:t>
            </a:r>
            <a:r>
              <a:rPr lang="en-IN" sz="2000" b="1" dirty="0"/>
              <a:t>system performance and activity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Basic Linux commands may not provide a </a:t>
            </a:r>
            <a:r>
              <a:rPr lang="en-IN" sz="2000" b="1" dirty="0"/>
              <a:t>simple and organized view</a:t>
            </a:r>
            <a:r>
              <a:rPr lang="en-IN" sz="2000" dirty="0"/>
              <a:t> of all system resources.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Our project develops a </a:t>
            </a:r>
            <a:r>
              <a:rPr lang="en-IN" sz="2000" b="1" dirty="0"/>
              <a:t>Linux System Information and Resource Monitoring Tool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tool provides system and resource information through a </a:t>
            </a:r>
            <a:r>
              <a:rPr lang="en-IN" sz="2000" b="1" dirty="0"/>
              <a:t>command-line interface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It uses </a:t>
            </a:r>
            <a:r>
              <a:rPr lang="en-IN" sz="2000" b="1" dirty="0"/>
              <a:t>C programming, Linux system calls, and POSIX APIs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project demonstrates important concepts such as </a:t>
            </a:r>
            <a:r>
              <a:rPr lang="en-IN" sz="2000" b="1" dirty="0"/>
              <a:t>process management, memory management, file I/O, IPC, threads, and synchronization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tool provides a practical way to </a:t>
            </a:r>
            <a:r>
              <a:rPr lang="en-IN" sz="2000" b="1" dirty="0"/>
              <a:t>observe and </a:t>
            </a:r>
            <a:r>
              <a:rPr lang="en-IN" sz="2000" b="1" dirty="0" err="1"/>
              <a:t>analyze</a:t>
            </a:r>
            <a:r>
              <a:rPr lang="en-IN" sz="2000" b="1" dirty="0"/>
              <a:t> system resources in a Linux environment</a:t>
            </a:r>
            <a:r>
              <a:rPr lang="en-IN" sz="2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16184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596004" y="221615"/>
            <a:ext cx="6374349" cy="52959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970655" y="221615"/>
            <a:ext cx="6374348" cy="671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800" b="1" dirty="0">
                <a:solidFill>
                  <a:schemeClr val="bg1"/>
                </a:solidFill>
              </a:rPr>
              <a:t>Hardware and Software requirements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4B27F7-CA90-4D59-F334-BDE7693B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03DE9-87EE-417A-AE3E-75342F0B996E}" type="datetime1">
              <a:rPr lang="en-US" smtClean="0"/>
              <a:t>10/31/26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63280-B772-867A-6341-08A7DB8C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EB9D7F7-D338-4B06-3F6C-485DC960C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392010"/>
              </p:ext>
            </p:extLst>
          </p:nvPr>
        </p:nvGraphicFramePr>
        <p:xfrm>
          <a:off x="2573018" y="1912619"/>
          <a:ext cx="8107265" cy="4224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65">
                  <a:extLst>
                    <a:ext uri="{9D8B030D-6E8A-4147-A177-3AD203B41FA5}">
                      <a16:colId xmlns:a16="http://schemas.microsoft.com/office/drawing/2014/main" val="44485274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88963267"/>
                    </a:ext>
                  </a:extLst>
                </a:gridCol>
              </a:tblGrid>
              <a:tr h="387456">
                <a:tc>
                  <a:txBody>
                    <a:bodyPr/>
                    <a:lstStyle/>
                    <a:p>
                      <a:r>
                        <a:rPr lang="en-US" dirty="0"/>
                        <a:t>Hardware Requirements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Software Requirements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316980"/>
                  </a:ext>
                </a:extLst>
              </a:tr>
              <a:tr h="387456">
                <a:tc>
                  <a:txBody>
                    <a:bodyPr/>
                    <a:lstStyle/>
                    <a:p>
                      <a:r>
                        <a:rPr lang="en-IN" b="1" dirty="0"/>
                        <a:t>Processor:</a:t>
                      </a:r>
                      <a:r>
                        <a:rPr lang="en-IN" dirty="0"/>
                        <a:t> Intel/AMD processor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Operating System:</a:t>
                      </a:r>
                      <a:r>
                        <a:rPr lang="en-IN" dirty="0"/>
                        <a:t> Linux / Ubuntu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468444"/>
                  </a:ext>
                </a:extLst>
              </a:tr>
              <a:tr h="387456">
                <a:tc>
                  <a:txBody>
                    <a:bodyPr/>
                    <a:lstStyle/>
                    <a:p>
                      <a:r>
                        <a:rPr lang="en-IN" b="1" dirty="0"/>
                        <a:t>RAM:</a:t>
                      </a:r>
                      <a:r>
                        <a:rPr lang="en-IN" dirty="0"/>
                        <a:t> Minimum 4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Programming Language:</a:t>
                      </a:r>
                      <a:r>
                        <a:rPr lang="en-IN" dirty="0"/>
                        <a:t> C / C++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101195"/>
                  </a:ext>
                </a:extLst>
              </a:tr>
              <a:tr h="668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Storage:</a:t>
                      </a:r>
                      <a:r>
                        <a:rPr lang="en-IN" dirty="0"/>
                        <a:t> At least 10 GB free space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Compiler:</a:t>
                      </a:r>
                      <a:r>
                        <a:rPr lang="en-IN" dirty="0"/>
                        <a:t> GCC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223473"/>
                  </a:ext>
                </a:extLst>
              </a:tr>
              <a:tr h="387456">
                <a:tc>
                  <a:txBody>
                    <a:bodyPr/>
                    <a:lstStyle/>
                    <a:p>
                      <a:r>
                        <a:rPr lang="en-IN" b="1" dirty="0"/>
                        <a:t>System:</a:t>
                      </a:r>
                      <a:r>
                        <a:rPr lang="en-IN" dirty="0"/>
                        <a:t> Laptop/Desktop computer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APIs:</a:t>
                      </a:r>
                      <a:r>
                        <a:rPr lang="en-IN" dirty="0"/>
                        <a:t> POSIX APIs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682041"/>
                  </a:ext>
                </a:extLst>
              </a:tr>
              <a:tr h="668760">
                <a:tc>
                  <a:txBody>
                    <a:bodyPr/>
                    <a:lstStyle/>
                    <a:p>
                      <a:r>
                        <a:rPr lang="en-IN" b="1" dirty="0"/>
                        <a:t>Input/Output:</a:t>
                      </a:r>
                      <a:r>
                        <a:rPr lang="en-IN" dirty="0"/>
                        <a:t> Keyboard, monitor, and standard I/O devices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Build Tool: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Makefile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788432"/>
                  </a:ext>
                </a:extLst>
              </a:tr>
              <a:tr h="668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                        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Version Control:</a:t>
                      </a:r>
                      <a:r>
                        <a:rPr lang="en-IN" dirty="0"/>
                        <a:t> Git / GitHub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545352"/>
                  </a:ext>
                </a:extLst>
              </a:tr>
              <a:tr h="668760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        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Development Environment:</a:t>
                      </a:r>
                      <a:r>
                        <a:rPr lang="en-IN" dirty="0"/>
                        <a:t> Linux/Ubuntu terminal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3661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596004" y="221615"/>
            <a:ext cx="6374349" cy="52959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785829" y="221615"/>
            <a:ext cx="6374348" cy="671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2800" b="1" dirty="0">
                <a:solidFill>
                  <a:schemeClr val="bg1"/>
                </a:solidFill>
              </a:rPr>
              <a:t>Implementation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4B27F7-CA90-4D59-F334-BDE7693B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03DE9-87EE-417A-AE3E-75342F0B996E}" type="datetime1">
              <a:rPr lang="en-US" smtClean="0"/>
              <a:t>10/31/26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63280-B772-867A-6341-08A7DB8C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6</a:t>
            </a:fld>
            <a:endParaRPr lang="en-US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F1CF1D4F-6B8B-2A3D-C0E2-BE7128FD75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599"/>
            <a:ext cx="2402732" cy="1441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0BD8F3-3205-D8B8-3394-12F4B86F3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40" y="1223069"/>
            <a:ext cx="4918939" cy="38839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094866-3A34-625C-D136-A691D6246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60423"/>
            <a:ext cx="5410200" cy="26860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0212A57-2E2B-00A2-044B-56E43962C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599" y="3714046"/>
            <a:ext cx="5410200" cy="289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880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B859E1-24D6-D4C8-F26C-99F37F352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CE24-E184-4609-AA44-1D31475DE58F}" type="datetime1">
              <a:rPr lang="en-US" smtClean="0"/>
              <a:t>10/31/26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BA3FCF-AC33-268A-C97C-7638F0A10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BC4175-E9D6-219F-01DA-0180764C4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87" y="817258"/>
            <a:ext cx="3581400" cy="5651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A9925C-A344-3D2E-46B8-53B76AD08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762" y="817258"/>
            <a:ext cx="3759200" cy="3594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4BE263-8331-9216-A3FB-EA32BBCFC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637" y="817258"/>
            <a:ext cx="3822700" cy="35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576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C8C4F1-1834-EBEA-22B7-0AF1B60B5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CE24-E184-4609-AA44-1D31475DE58F}" type="datetime1">
              <a:rPr lang="en-US" smtClean="0"/>
              <a:t>10/31/26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BD2D5A-7ED3-B295-C330-7DDD4D597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3F867B-F72B-62E9-3544-E62116C0C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74" y="1013027"/>
            <a:ext cx="3721100" cy="4546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3BAB31-A4B3-2BFC-A23B-D2059B614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136" y="1013026"/>
            <a:ext cx="4318000" cy="45465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7DEEA7-0592-838E-AEEE-4D49D7D2B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998" y="1013027"/>
            <a:ext cx="3594100" cy="378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011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System Architecture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0467B-10ED-0439-355C-AB546904D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60B09-1F77-4EDB-8151-1F057DCF6ADD}" type="datetime1">
              <a:rPr lang="en-US" smtClean="0"/>
              <a:t>10/31/26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128EC-BFB0-E687-111E-633D5D579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FDA718-CA30-B890-4B29-EB41A4159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120" y="1066800"/>
            <a:ext cx="7164769" cy="54721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FBB21-477F-5213-25E6-BC6F759BF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243EA2-DC91-C6A4-CA46-F46B3A32242A}"/>
              </a:ext>
            </a:extLst>
          </p:cNvPr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20E7D1-0425-CBD5-D9F4-EDF10496753E}"/>
              </a:ext>
            </a:extLst>
          </p:cNvPr>
          <p:cNvSpPr txBox="1"/>
          <p:nvPr/>
        </p:nvSpPr>
        <p:spPr>
          <a:xfrm>
            <a:off x="3202462" y="246931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Conclusion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2B66B-7B22-33D5-0659-70ECBC5BB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60B09-1F77-4EDB-8151-1F057DCF6ADD}" type="datetime1">
              <a:rPr lang="en-US" smtClean="0"/>
              <a:t>10/31/26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90397-B3DF-1C6B-6F42-B52BDC76B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10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00870F-72BF-6802-3CF5-04F8889FA649}"/>
              </a:ext>
            </a:extLst>
          </p:cNvPr>
          <p:cNvSpPr txBox="1"/>
          <p:nvPr/>
        </p:nvSpPr>
        <p:spPr>
          <a:xfrm>
            <a:off x="2824480" y="1291441"/>
            <a:ext cx="910336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Developed a </a:t>
            </a:r>
            <a:r>
              <a:rPr lang="en-IN" sz="2400" b="1" dirty="0"/>
              <a:t>Linux-based command-line tool</a:t>
            </a:r>
            <a:r>
              <a:rPr lang="en-IN" sz="2400" dirty="0"/>
              <a:t> for system information and resource monitoring.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Provides information about </a:t>
            </a:r>
            <a:r>
              <a:rPr lang="en-IN" sz="2400" b="1" dirty="0"/>
              <a:t>CPU, memory, processes, storage, and file systems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Demonstrates important </a:t>
            </a:r>
            <a:r>
              <a:rPr lang="en-IN" sz="2400" b="1" dirty="0"/>
              <a:t>Operating Systems and Systems Programming concepts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Uses </a:t>
            </a:r>
            <a:r>
              <a:rPr lang="en-IN" sz="2400" b="1" dirty="0"/>
              <a:t>Linux system calls and POSIX APIs</a:t>
            </a:r>
            <a:r>
              <a:rPr lang="en-IN" sz="2400" dirty="0"/>
              <a:t> for system-level operations.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Implements concepts such as </a:t>
            </a:r>
            <a:r>
              <a:rPr lang="en-IN" sz="2400" b="1" dirty="0"/>
              <a:t>IPC, signals, multithreading, mutexes, and semaphores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Provides practical experience in </a:t>
            </a:r>
            <a:r>
              <a:rPr lang="en-IN" sz="2400" b="1" dirty="0"/>
              <a:t>C programming and Linux environment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project helps in </a:t>
            </a:r>
            <a:r>
              <a:rPr lang="en-IN" sz="2400" b="1" dirty="0"/>
              <a:t>understanding system resources and monitoring system activity efficiently</a:t>
            </a:r>
            <a:r>
              <a:rPr lang="en-IN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12605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64234-7A34-7521-498A-DD3F6E491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2186-ABE7-42AB-8003-2FA9F73CA34D}" type="datetime1">
              <a:rPr lang="en-US" smtClean="0"/>
              <a:t>10/31/26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9A4F7-9EC8-2129-C8BB-C74E5E40C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506</Words>
  <Application>Microsoft Macintosh PowerPoint</Application>
  <PresentationFormat>Widescreen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       Operating system and system programming (25CS2104E)   Linux System Information and Resource Monitoring Tool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puchakayala tanish</cp:lastModifiedBy>
  <cp:revision>27</cp:revision>
  <dcterms:created xsi:type="dcterms:W3CDTF">2026-08-31T05:18:20Z</dcterms:created>
  <dcterms:modified xsi:type="dcterms:W3CDTF">2026-10-31T07:50:42Z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2E321512259BCFD0FA0C956AC94F79BD_43</vt:lpwstr>
  </property>
  <property fmtid="{D5CDD505-2E9C-101B-9397-08002B2CF9AE}" pid="3" name="KSOProductBuildVer">
    <vt:lpwstr>1033-12.1.26050.26050</vt:lpwstr>
  </property>
</Properties>
</file>