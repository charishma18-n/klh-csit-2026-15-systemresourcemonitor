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3400" cy="15138400"/>
  <p:notesSz cx="15138400" cy="10693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3" d="100"/>
          <a:sy n="143" d="100"/>
        </p:scale>
        <p:origin x="616" y="-6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775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1700"/>
              <a:t>LINUX SYSTEM INFORMATION &amp; RESOURCE MONITORING TOOL</a:t>
            </a:r>
            <a:endParaRPr lang="en-US" sz="3350" dirty="0"/>
          </a:p>
          <a:p>
            <a:pPr>
              <a:spcAft>
                <a:spcPts val="200"/>
              </a:spcAft>
            </a:pPr>
            <a:r>
              <a:rPr sz="1700"/>
              <a:t>Team ID: 15  |  Section: 12  |  Members: J. Rakshitha (2520090212), J. Pragathi (2520090216), N. Charishma (2520090214)  |  Guide: M. Raghupathi</a:t>
            </a:r>
          </a:p>
          <a:p>
            <a:pPr>
              <a:spcAft>
                <a:spcPts val="200"/>
              </a:spcAft>
            </a:pPr>
            <a:r>
              <a:rPr sz="1700"/>
              <a:t>Operating Systems and Systems Programming (OSSP)  |  KLH Bachupally Campus, CSE  |  PBL 2026–27</a:t>
            </a:r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B45309"/>
                </a:solidFill>
                <a:latin typeface="Calibri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sz="1100" dirty="0"/>
              <a:t>A menu-driven Linux command-line application developed in C to display system information and monitor CPU, memory, processes and disk usage. It also demonstrates process communication, POSIX threads, synchronization and signal handling.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sz="1100" dirty="0"/>
              <a:t>The outcome is one modular tool for observing key Linux resources and demonstrating core OSSP concepts.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BE185D"/>
                </a:solidFill>
                <a:latin typeface="Calibri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sz="1000" dirty="0"/>
              <a:t>Problem: System resource details and OS mechanisms are often checked using separate commands and tools.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sz="1000" dirty="0"/>
              <a:t>Objective 1: Display system, CPU, memory, process and disk information.</a:t>
            </a:r>
          </a:p>
          <a:p>
            <a:pPr>
              <a:spcAft>
                <a:spcPts val="200"/>
              </a:spcAft>
            </a:pPr>
            <a:r>
              <a:rPr sz="1000" dirty="0"/>
              <a:t>Objective 2: Demonstrate IPC, threads, mutex, semaphore and SIGINT handling.</a:t>
            </a:r>
          </a:p>
          <a:p>
            <a:pPr>
              <a:spcAft>
                <a:spcPts val="200"/>
              </a:spcAft>
            </a:pPr>
            <a:r>
              <a:rPr sz="1000" dirty="0"/>
              <a:t>Objective 3: Organize features into reusable C modules with a menu-driven interface.</a:t>
            </a:r>
          </a:p>
          <a:p>
            <a:pPr>
              <a:spcAft>
                <a:spcPts val="200"/>
              </a:spcAft>
            </a:pPr>
            <a:r>
              <a:rPr sz="1000" dirty="0"/>
              <a:t>Scope: Linux/Ubuntu environment; local command-line monitoring and OS concept demonstrations.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1D4ED8"/>
                </a:solidFill>
                <a:latin typeface="Calibri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522437"/>
              </p:ext>
            </p:extLst>
          </p:nvPr>
        </p:nvGraphicFramePr>
        <p:xfrm>
          <a:off x="502920" y="6766560"/>
          <a:ext cx="4617720" cy="2400300"/>
        </p:xfrm>
        <a:graphic>
          <a:graphicData uri="http://schemas.openxmlformats.org/drawingml/2006/table">
            <a:tbl>
              <a:tblPr/>
              <a:tblGrid>
                <a:gridCol w="1119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0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0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1" dirty="0">
                          <a:solidFill>
                            <a:schemeClr val="bg1"/>
                          </a:solidFill>
                        </a:rPr>
                        <a:t>Aspect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1" dirty="0">
                          <a:solidFill>
                            <a:schemeClr val="bg1"/>
                          </a:solidFill>
                        </a:rPr>
                        <a:t>Basic / Existing Approach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900" b="1" dirty="0">
                          <a:solidFill>
                            <a:schemeClr val="bg1"/>
                          </a:solidFill>
                        </a:rPr>
                        <a:t>Proposed Project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Process handling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Check processes separately using system tools.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Lists process IDs and names from Linux /proc.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Communication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No integrated parent–child message exchange.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Uses pipe(), fork(), read(), write() and wait().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Resource handling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Check CPU, memory and disk with separate commands.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Displays CPU, memory and disk details in one menu.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Error handling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Manual checking; output may vary by command.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Modular functions and menu-based operation; tested through compilation and execution.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Key gap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/>
                        <a:t>No single learning tool combines these demonstrations.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100"/>
                        </a:spcAft>
                      </a:pPr>
                      <a:r>
                        <a:rPr sz="800" dirty="0"/>
                        <a:t>Combines resource monitoring with IPC, threads and signal handling.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15803D"/>
                </a:solidFill>
                <a:latin typeface="Calibri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sz="1000" dirty="0"/>
              <a:t>Technical: Implemented in C using Linux interfaces, GCC and POSIX APIs; runs on Ubuntu/WSL.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sz="1000" dirty="0"/>
              <a:t>Economic: Uses free and open-source tools; no hosting or paid software required.</a:t>
            </a:r>
          </a:p>
          <a:p>
            <a:pPr>
              <a:spcAft>
                <a:spcPts val="200"/>
              </a:spcAft>
            </a:pPr>
            <a:r>
              <a:rPr sz="1000" dirty="0"/>
              <a:t>Operational: Menu-driven interface; users select a monitoring feature and view its output.</a:t>
            </a:r>
          </a:p>
          <a:p>
            <a:pPr>
              <a:spcAft>
                <a:spcPts val="200"/>
              </a:spcAft>
            </a:pPr>
            <a:r>
              <a:rPr sz="1000" dirty="0"/>
              <a:t>Schedule: Project modules, integration, compilation, testing and documentation completed within the PBL timeline.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0369A1"/>
                </a:solidFill>
                <a:latin typeface="Calibri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sz="1000" dirty="0"/>
              <a:t>Programming: C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sz="1000" dirty="0"/>
              <a:t>Platform: Linux / Ubuntu on WSL</a:t>
            </a:r>
          </a:p>
          <a:p>
            <a:pPr>
              <a:spcAft>
                <a:spcPts val="200"/>
              </a:spcAft>
            </a:pPr>
            <a:r>
              <a:rPr sz="1000" dirty="0"/>
              <a:t>OS Concepts: System information, CPU and memory monitoring, processes, file systems, IPC, threads, synchronization and signals</a:t>
            </a:r>
          </a:p>
          <a:p>
            <a:pPr>
              <a:spcAft>
                <a:spcPts val="200"/>
              </a:spcAft>
            </a:pPr>
            <a:r>
              <a:rPr sz="1000" dirty="0"/>
              <a:t>System Calls / APIs: </a:t>
            </a:r>
            <a:r>
              <a:rPr sz="1000" dirty="0" err="1"/>
              <a:t>uname</a:t>
            </a:r>
            <a:r>
              <a:rPr sz="1000" dirty="0"/>
              <a:t>(), fork(), pipe(), read(), write(), wait(), </a:t>
            </a:r>
            <a:r>
              <a:rPr sz="1000" dirty="0" err="1"/>
              <a:t>statvfs</a:t>
            </a:r>
            <a:r>
              <a:rPr sz="1000" dirty="0"/>
              <a:t>(), </a:t>
            </a:r>
            <a:r>
              <a:rPr sz="1000" dirty="0" err="1"/>
              <a:t>pthread</a:t>
            </a:r>
            <a:r>
              <a:rPr sz="1000" dirty="0"/>
              <a:t> APIs, signal(), pause()</a:t>
            </a:r>
          </a:p>
          <a:p>
            <a:pPr>
              <a:spcAft>
                <a:spcPts val="200"/>
              </a:spcAft>
            </a:pPr>
            <a:r>
              <a:rPr sz="1000" dirty="0"/>
              <a:t>Tools: GCC, Make, Git &amp; GitHub, VS Code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6D28D9"/>
                </a:solidFill>
                <a:latin typeface="Calibri"/>
              </a:rPr>
              <a:t>System Workflow /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 txBox="1"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1000" dirty="0"/>
              <a:t>USER</a:t>
            </a:r>
            <a:endParaRPr lang="en-US" sz="1250" dirty="0"/>
          </a:p>
          <a:p>
            <a:pPr algn="ctr">
              <a:spcAft>
                <a:spcPts val="200"/>
              </a:spcAft>
            </a:pPr>
            <a:r>
              <a:rPr sz="1000" dirty="0"/>
              <a:t>↓</a:t>
            </a:r>
          </a:p>
          <a:p>
            <a:pPr algn="ctr">
              <a:spcAft>
                <a:spcPts val="200"/>
              </a:spcAft>
            </a:pPr>
            <a:r>
              <a:rPr sz="1000" dirty="0"/>
              <a:t>Menu selection (1–9)</a:t>
            </a:r>
          </a:p>
          <a:p>
            <a:pPr algn="ctr">
              <a:spcAft>
                <a:spcPts val="200"/>
              </a:spcAft>
            </a:pPr>
            <a:r>
              <a:rPr sz="1000" dirty="0"/>
              <a:t>↓</a:t>
            </a:r>
          </a:p>
          <a:p>
            <a:pPr algn="ctr">
              <a:spcAft>
                <a:spcPts val="200"/>
              </a:spcAft>
            </a:pPr>
            <a:r>
              <a:rPr sz="1000" dirty="0" err="1"/>
              <a:t>main.c</a:t>
            </a:r>
            <a:r>
              <a:rPr sz="1000" dirty="0"/>
              <a:t> — menu &amp; control flow</a:t>
            </a:r>
          </a:p>
          <a:p>
            <a:pPr algn="ctr">
              <a:spcAft>
                <a:spcPts val="200"/>
              </a:spcAft>
            </a:pPr>
            <a:r>
              <a:rPr sz="1000" dirty="0"/>
              <a:t>↓</a:t>
            </a:r>
          </a:p>
          <a:p>
            <a:pPr algn="ctr">
              <a:spcAft>
                <a:spcPts val="200"/>
              </a:spcAft>
            </a:pPr>
            <a:r>
              <a:rPr sz="1000" dirty="0"/>
              <a:t>Separate C modules</a:t>
            </a:r>
          </a:p>
          <a:p>
            <a:pPr algn="ctr">
              <a:spcAft>
                <a:spcPts val="200"/>
              </a:spcAft>
            </a:pPr>
            <a:r>
              <a:rPr sz="1000" dirty="0"/>
              <a:t>(system • CPU • memory • process • disk • IPC • threads • signals)</a:t>
            </a:r>
          </a:p>
          <a:p>
            <a:pPr algn="ctr">
              <a:spcAft>
                <a:spcPts val="200"/>
              </a:spcAft>
            </a:pPr>
            <a:r>
              <a:rPr sz="1000" dirty="0"/>
              <a:t>↓</a:t>
            </a:r>
          </a:p>
          <a:p>
            <a:pPr algn="ctr">
              <a:spcAft>
                <a:spcPts val="200"/>
              </a:spcAft>
            </a:pPr>
            <a:r>
              <a:rPr sz="1000" dirty="0"/>
              <a:t>Linux /proc, </a:t>
            </a:r>
            <a:r>
              <a:rPr sz="1000" dirty="0" err="1"/>
              <a:t>uname</a:t>
            </a:r>
            <a:r>
              <a:rPr sz="1000" dirty="0"/>
              <a:t>(), </a:t>
            </a:r>
            <a:r>
              <a:rPr sz="1000" dirty="0" err="1"/>
              <a:t>statvfs</a:t>
            </a:r>
            <a:r>
              <a:rPr sz="1000" dirty="0"/>
              <a:t>(), pipe(), fork(), </a:t>
            </a:r>
            <a:r>
              <a:rPr sz="1000" dirty="0" err="1"/>
              <a:t>pthreads</a:t>
            </a:r>
            <a:r>
              <a:rPr sz="1000" dirty="0"/>
              <a:t>, signals</a:t>
            </a:r>
          </a:p>
          <a:p>
            <a:pPr algn="ctr">
              <a:spcAft>
                <a:spcPts val="200"/>
              </a:spcAft>
            </a:pPr>
            <a:r>
              <a:rPr sz="1000" dirty="0"/>
              <a:t>↓</a:t>
            </a:r>
          </a:p>
          <a:p>
            <a:pPr algn="ctr">
              <a:spcAft>
                <a:spcPts val="200"/>
              </a:spcAft>
            </a:pPr>
            <a:r>
              <a:rPr sz="1000" dirty="0"/>
              <a:t>Formatted monitoring output</a:t>
            </a:r>
          </a:p>
        </p:txBody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C2410C"/>
                </a:solidFill>
                <a:latin typeface="Calibri"/>
              </a:rPr>
              <a:t>Process, IPC &amp; Resource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 txBox="1"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900" dirty="0"/>
              <a:t>RESOURCE MONITORING</a:t>
            </a:r>
            <a:endParaRPr lang="en-US" sz="1250" dirty="0"/>
          </a:p>
          <a:p>
            <a:pPr>
              <a:spcAft>
                <a:spcPts val="200"/>
              </a:spcAft>
            </a:pPr>
            <a:r>
              <a:rPr sz="900" dirty="0"/>
              <a:t>/proc/stat → CPU usage</a:t>
            </a:r>
          </a:p>
          <a:p>
            <a:pPr>
              <a:spcAft>
                <a:spcPts val="200"/>
              </a:spcAft>
            </a:pPr>
            <a:r>
              <a:rPr sz="900" dirty="0"/>
              <a:t>/proc/</a:t>
            </a:r>
            <a:r>
              <a:rPr sz="900" dirty="0" err="1"/>
              <a:t>meminfo</a:t>
            </a:r>
            <a:r>
              <a:rPr sz="900" dirty="0"/>
              <a:t> → memory details</a:t>
            </a:r>
          </a:p>
          <a:p>
            <a:pPr>
              <a:spcAft>
                <a:spcPts val="200"/>
              </a:spcAft>
            </a:pPr>
            <a:r>
              <a:rPr sz="900" dirty="0"/>
              <a:t>/proc → process IDs and names</a:t>
            </a:r>
          </a:p>
          <a:p>
            <a:pPr>
              <a:spcAft>
                <a:spcPts val="200"/>
              </a:spcAft>
            </a:pPr>
            <a:r>
              <a:rPr sz="900" dirty="0" err="1"/>
              <a:t>statvfs</a:t>
            </a:r>
            <a:r>
              <a:rPr sz="900" dirty="0"/>
              <a:t>() → disk space</a:t>
            </a:r>
          </a:p>
          <a:p>
            <a:pPr>
              <a:spcAft>
                <a:spcPts val="200"/>
              </a:spcAft>
            </a:pPr>
            <a:endParaRPr sz="900" dirty="0"/>
          </a:p>
          <a:p>
            <a:pPr>
              <a:spcAft>
                <a:spcPts val="200"/>
              </a:spcAft>
            </a:pPr>
            <a:r>
              <a:rPr sz="900" dirty="0"/>
              <a:t>IPC FLOW</a:t>
            </a:r>
          </a:p>
          <a:p>
            <a:pPr>
              <a:spcAft>
                <a:spcPts val="200"/>
              </a:spcAft>
            </a:pPr>
            <a:r>
              <a:rPr sz="900" dirty="0"/>
              <a:t>Parent process → pipe → Child process</a:t>
            </a:r>
          </a:p>
          <a:p>
            <a:pPr>
              <a:spcAft>
                <a:spcPts val="200"/>
              </a:spcAft>
            </a:pPr>
            <a:r>
              <a:rPr sz="900" dirty="0"/>
              <a:t>(write message)       (read message)</a:t>
            </a:r>
          </a:p>
          <a:p>
            <a:pPr>
              <a:spcAft>
                <a:spcPts val="200"/>
              </a:spcAft>
            </a:pPr>
            <a:endParaRPr sz="900" dirty="0"/>
          </a:p>
          <a:p>
            <a:pPr>
              <a:spcAft>
                <a:spcPts val="200"/>
              </a:spcAft>
            </a:pPr>
            <a:r>
              <a:rPr sz="900" dirty="0"/>
              <a:t>THREAD FLOW</a:t>
            </a:r>
          </a:p>
          <a:p>
            <a:pPr>
              <a:spcAft>
                <a:spcPts val="200"/>
              </a:spcAft>
            </a:pPr>
            <a:r>
              <a:rPr sz="900" dirty="0"/>
              <a:t>CPU thread + Memory thread</a:t>
            </a:r>
          </a:p>
          <a:p>
            <a:pPr>
              <a:spcAft>
                <a:spcPts val="200"/>
              </a:spcAft>
            </a:pPr>
            <a:r>
              <a:rPr sz="900" dirty="0"/>
              <a:t>Mutex protects shared counter</a:t>
            </a:r>
          </a:p>
          <a:p>
            <a:pPr>
              <a:spcAft>
                <a:spcPts val="200"/>
              </a:spcAft>
            </a:pPr>
            <a:r>
              <a:rPr sz="900" dirty="0"/>
              <a:t>Semaphore coordinates execution</a:t>
            </a:r>
          </a:p>
        </p:txBody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0F766E"/>
                </a:solidFill>
                <a:latin typeface="Calibri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 txBox="1"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1000" dirty="0"/>
              <a:t>ADD SCREENSHOT 1</a:t>
            </a:r>
            <a:endParaRPr lang="en-US" sz="1250" dirty="0"/>
          </a:p>
          <a:p>
            <a:pPr>
              <a:spcAft>
                <a:spcPts val="200"/>
              </a:spcAft>
            </a:pPr>
            <a:endParaRPr lang="en-US" sz="1250" dirty="0"/>
          </a:p>
          <a:p>
            <a:pPr>
              <a:spcAft>
                <a:spcPts val="200"/>
              </a:spcAft>
            </a:pPr>
            <a:r>
              <a:rPr sz="1000" dirty="0"/>
              <a:t>Main menu / project running in Ubuntu terminal</a:t>
            </a:r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34" name="Text 31"/>
          <p:cNvSpPr txBox="1"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1000" dirty="0"/>
              <a:t>ADD SCREENSHOT 2</a:t>
            </a:r>
            <a:endParaRPr lang="en-US" sz="1250" dirty="0"/>
          </a:p>
          <a:p>
            <a:pPr>
              <a:spcAft>
                <a:spcPts val="200"/>
              </a:spcAft>
            </a:pPr>
            <a:endParaRPr lang="en-US" sz="1250" dirty="0"/>
          </a:p>
          <a:p>
            <a:pPr>
              <a:spcAft>
                <a:spcPts val="200"/>
              </a:spcAft>
            </a:pPr>
            <a:r>
              <a:rPr sz="1000" dirty="0"/>
              <a:t>Thread IDs, IPC output or resource-monitoring result</a:t>
            </a:r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B91C1C"/>
                </a:solidFill>
                <a:latin typeface="Calibri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sz="1000" dirty="0"/>
              <a:t>Tested menu options 1–8 and exit option 9. Verified system details, CPU and memory readings, process list, disk capacity, parent–child pipe message, thread IDs/shared counter and </a:t>
            </a:r>
            <a:r>
              <a:rPr sz="1000" dirty="0" err="1"/>
              <a:t>Ctrl+C</a:t>
            </a:r>
            <a:r>
              <a:rPr sz="1000" dirty="0"/>
              <a:t> handling.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sz="1000" dirty="0"/>
              <a:t>Observed successful compilation with Make and successful execution of the monitoring modules.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4D7C0F"/>
                </a:solidFill>
                <a:latin typeface="Calibri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sz="1000" dirty="0"/>
              <a:t>Implemented a modular C-based Linux monitoring tool with a menu-driven interface. The project demonstrates resource inspection and key OS mechanisms including IPC, POSIX threads, mutexes, semaphores and signal handling.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800" b="1">
                <a:solidFill>
                  <a:srgbClr val="A21CAF"/>
                </a:solidFill>
                <a:latin typeface="Calibri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0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00"/>
              </a:spcAft>
              <a:buSzPct val="100000"/>
            </a:pPr>
            <a:r>
              <a:rPr sz="1000" dirty="0"/>
              <a:t>Add live refresh and historical resource graphs.</a:t>
            </a:r>
            <a:endParaRPr lang="en-US" sz="1550" dirty="0"/>
          </a:p>
          <a:p>
            <a:pPr>
              <a:spcAft>
                <a:spcPts val="200"/>
              </a:spcAft>
            </a:pPr>
            <a:r>
              <a:rPr sz="1000" dirty="0"/>
              <a:t>Extend process/thread details, input validation and automated test coverage.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sz="800"/>
              <a:t>References: Linux man-pages (proc, uname, statvfs, pthreads, signals)  |  GCC / GNU Make documentation  |  OSSP course material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800"/>
              <a:t>QR: Add GitHub link</a:t>
            </a:r>
            <a:endParaRPr lang="en-US" sz="900" dirty="0"/>
          </a:p>
        </p:txBody>
      </p:sp>
      <p:pic>
        <p:nvPicPr>
          <p:cNvPr id="47" name="Picture 46" descr="image(20261031-03261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68347"/>
            <a:ext cx="1280160" cy="7835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335AC5-E112-83B2-C07A-F51DB3B30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274" y="10519541"/>
            <a:ext cx="2224410" cy="1775198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6D8223CC-1909-F4AD-D214-6BF2AC4FA4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2844" y="10519541"/>
            <a:ext cx="2207636" cy="1775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752</Words>
  <Application>Microsoft Macintosh PowerPoint</Application>
  <PresentationFormat>Custom</PresentationFormat>
  <Paragraphs>88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puchakayala tanish</cp:lastModifiedBy>
  <cp:revision>2</cp:revision>
  <dcterms:created xsi:type="dcterms:W3CDTF">2026-09-28T08:11:17Z</dcterms:created>
  <dcterms:modified xsi:type="dcterms:W3CDTF">2026-10-31T04:26:40Z</dcterms:modified>
</cp:coreProperties>
</file>